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/>
    <p:restoredTop sz="94640"/>
  </p:normalViewPr>
  <p:slideViewPr>
    <p:cSldViewPr snapToGrid="0" snapToObjects="1">
      <p:cViewPr varScale="1">
        <p:scale>
          <a:sx n="107" d="100"/>
          <a:sy n="107" d="100"/>
        </p:scale>
        <p:origin x="102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26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91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510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45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104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891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92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173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5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01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763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32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27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418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98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740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726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7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r>
              <a:rPr dirty="0"/>
              <a:t> Vibe Coding </a:t>
            </a:r>
            <a:r>
              <a:rPr dirty="0" err="1"/>
              <a:t>với</a:t>
            </a:r>
            <a:r>
              <a:rPr dirty="0"/>
              <a:t> GitHub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</a:t>
            </a:r>
            <a:r>
              <a:rPr dirty="0" err="1"/>
              <a:t>môn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- Seminar </a:t>
            </a:r>
            <a:r>
              <a:rPr dirty="0" err="1"/>
              <a:t>Chuyên</a:t>
            </a:r>
            <a:r>
              <a:rPr dirty="0"/>
              <a:t> </a:t>
            </a:r>
            <a:r>
              <a:rPr dirty="0" err="1"/>
              <a:t>đề</a:t>
            </a:r>
            <a:endParaRPr dirty="0"/>
          </a:p>
          <a:p>
            <a:pPr marL="457200" lvl="1" indent="0">
              <a:buNone/>
            </a:pP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</a:t>
            </a:r>
            <a:endParaRPr lang="vi-VN" dirty="0"/>
          </a:p>
          <a:p>
            <a:pPr marL="457200" lvl="1" indent="0">
              <a:buNone/>
            </a:pPr>
            <a:r>
              <a:rPr dirty="0" err="1"/>
              <a:t>Đặng</a:t>
            </a:r>
            <a:r>
              <a:rPr dirty="0"/>
              <a:t> Thanh </a:t>
            </a:r>
            <a:r>
              <a:rPr dirty="0" err="1"/>
              <a:t>Vũ</a:t>
            </a:r>
            <a:endParaRPr lang="vi-VN" dirty="0"/>
          </a:p>
          <a:p>
            <a:pPr marL="457200" lvl="1" indent="0">
              <a:buNone/>
            </a:pPr>
            <a:r>
              <a:rPr dirty="0" err="1"/>
              <a:t>Trần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Hiễn</a:t>
            </a:r>
            <a:endParaRPr lang="vi-VN" dirty="0"/>
          </a:p>
          <a:p>
            <a:pPr marL="457200" lvl="1" indent="0">
              <a:buNone/>
            </a:pPr>
            <a:r>
              <a:rPr dirty="0"/>
              <a:t>Phan Gia </a:t>
            </a:r>
            <a:r>
              <a:rPr dirty="0" err="1"/>
              <a:t>Kiệt</a:t>
            </a:r>
            <a:endParaRPr lang="vi-VN" dirty="0"/>
          </a:p>
          <a:p>
            <a:pPr marL="457200" lvl="1" indent="0">
              <a:buNone/>
            </a:pPr>
            <a:r>
              <a:rPr dirty="0" err="1"/>
              <a:t>Trần</a:t>
            </a:r>
            <a:r>
              <a:rPr dirty="0"/>
              <a:t> </a:t>
            </a:r>
            <a:r>
              <a:rPr dirty="0" err="1"/>
              <a:t>Tuấn</a:t>
            </a:r>
            <a:r>
              <a:rPr dirty="0"/>
              <a:t> </a:t>
            </a:r>
            <a:r>
              <a:rPr dirty="0" err="1"/>
              <a:t>Khanh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&amp; Lý do chọn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Sự trỗi dậy của AI: AI thay đổi cách lập trình viên xây dựng phần mềm.</a:t>
            </a:r>
          </a:p>
          <a:p>
            <a:pPr lvl="1"/>
            <a:r>
              <a:t>Vibe Coding: Phát triển dựa trên ý định (intent-driven), tập trung tư duy sản phẩm.</a:t>
            </a:r>
          </a:p>
          <a:p>
            <a:pPr lvl="1"/>
            <a:r>
              <a:t>Lợi ích: Tối ưu thời gian triển khai, phù hợp dự án MVP.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báo cáo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Tìm hiểu nguyên lý GitHub Copilot trong Vibe Coding.</a:t>
            </a:r>
          </a:p>
          <a:p>
            <a:pPr lvl="1"/>
            <a:r>
              <a:t>Phân tích vai trò AI trong phát triển đa nền tảng.</a:t>
            </a:r>
          </a:p>
          <a:p>
            <a:pPr lvl="1"/>
            <a:r>
              <a:t>Thực hành xây dựng Social Media theo PRD.</a:t>
            </a:r>
          </a:p>
          <a:p>
            <a:pPr lvl="1"/>
            <a:r>
              <a:t>Đánh giá hiệu quả so với lập trình truyền thống.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Bối cảnh bài toán - Contoso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Yêu cầu: Xây dựng micro social media MVP trong thời gian ngắn.</a:t>
            </a:r>
          </a:p>
          <a:p>
            <a:pPr lvl="1"/>
            <a:r>
              <a:t>CRUD bài viết và bình luận.</a:t>
            </a:r>
          </a:p>
          <a:p>
            <a:pPr lvl="1"/>
            <a:r>
              <a:t>Like/Unlike bài viết.</a:t>
            </a:r>
          </a:p>
          <a:p>
            <a:pPr lvl="1"/>
            <a:r>
              <a:t>RESTful API &amp; Swagger Documentation.</a:t>
            </a:r>
          </a:p>
          <a:p>
            <a:pPr lvl="1"/>
            <a:r>
              <a:t>Sử dụng In-memory database.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lập môi trường (Bước 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Công cụ: VS Code, Git, Docker Desktop, GitHub Copilot Extensions.</a:t>
            </a:r>
          </a:p>
          <a:p>
            <a:pPr lvl="1"/>
            <a:r>
              <a:t>Khuyến nghị: GitHub Codespaces.</a:t>
            </a:r>
          </a:p>
          <a:p>
            <a:pPr lvl="1"/>
            <a:r>
              <a:t>Môi trường đầy đủ giúp AI sinh mã chính xác hơn.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Xây dựng Backend với Python FastAPI (Bước 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FastAPI: Nhẹ, nhanh, tự động sinh Swagger.</a:t>
            </a:r>
          </a:p>
          <a:p>
            <a:pPr lvl="1"/>
            <a:r>
              <a:t>Quy trình: Viết prompt dựa trên PRD.</a:t>
            </a:r>
          </a:p>
          <a:p>
            <a:pPr lvl="1"/>
            <a:r>
              <a:t>Copilot sinh Models, Schemas, Endpoints (~80-90%).</a:t>
            </a:r>
          </a:p>
          <a:p>
            <a:pPr lvl="1"/>
            <a:r>
              <a:t>Hoàn thành 100% yêu cầu PRD backend.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Phát triển Frontend với React/Vite (Bước 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components tái sử dụng (PostList, PostDetail, UsernameModal...).</a:t>
            </a:r>
          </a:p>
          <a:p>
            <a:pPr lvl="1"/>
            <a:r>
              <a:t>Context API &amp; useState quản lý trạng thái.</a:t>
            </a:r>
          </a:p>
          <a:p>
            <a:pPr lvl="1"/>
            <a:r>
              <a:t>Copilot hỗ trợ sinh khung component (90%) và tích hợp API (85%).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Chuyển đổi sang Java Spring Boot (Bước 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 cư logic từ Python sang Java.</a:t>
            </a:r>
          </a:p>
          <a:p>
            <a:pPr lvl="1"/>
            <a:r>
              <a:t>Kiến trúc: Controller -&gt; Service -&gt; Repository.</a:t>
            </a:r>
          </a:p>
          <a:p>
            <a:pPr lvl="1"/>
            <a:r>
              <a:t>Đảm bảo 100% tương thích với bản Python.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Chuyển đổi sang .NET Blazor (Bước 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 cư từ React sang Blazor WebAssembly.</a:t>
            </a:r>
          </a:p>
          <a:p>
            <a:pPr lvl="1"/>
            <a:r>
              <a:t>C# full-stack, chia sẻ Models, type-safe.</a:t>
            </a:r>
          </a:p>
          <a:p>
            <a:pPr lvl="1"/>
            <a:r>
              <a:t>Sử dụng Razor components thay JSX.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Containerization &amp; Triển khai (Bước 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Công cụ: Docker &amp; Docker Compose.</a:t>
            </a:r>
          </a:p>
          <a:p>
            <a:pPr lvl="1"/>
            <a:r>
              <a:t>Multi-stage build giảm kích thước ảnh đến 50%.</a:t>
            </a:r>
          </a:p>
          <a:p>
            <a:pPr lvl="1"/>
            <a:r>
              <a:t>Khởi chạy hệ thống bằng: docker compose up.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Đánh giá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Vibe Coding là thay đổi tư duy lập trình.</a:t>
            </a:r>
          </a:p>
          <a:p>
            <a:pPr lvl="1"/>
            <a:r>
              <a:t>Tăng tốc độ phát triển 3-5 lần.</a:t>
            </a:r>
          </a:p>
          <a:p>
            <a:pPr lvl="1"/>
            <a:r>
              <a:t>Giảm lỗi cơ bản, tập trung nghiệp vụ.</a:t>
            </a:r>
          </a:p>
          <a:p>
            <a:pPr lvl="1"/>
            <a:r>
              <a:t>Cần review thủ công để tối ưu hiệu suất &amp; bảo mật.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{0CD47019-18F0-D844-8D7C-448B88DD7C0A}tf10001064</Template>
  <TotalTime>3</TotalTime>
  <Words>478</Words>
  <Application>Microsoft Macintosh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Garamond</vt:lpstr>
      <vt:lpstr>Times New Roman</vt:lpstr>
      <vt:lpstr>Organic</vt:lpstr>
      <vt:lpstr>Tìm hiểu Công nghệ Vibe Coding với GitHub Copilot</vt:lpstr>
      <vt:lpstr>Giới thiệu &amp; Lý do chọn đề tài</vt:lpstr>
      <vt:lpstr>Mục tiêu báo cáo</vt:lpstr>
      <vt:lpstr>Bối cảnh bài toán - Contoso Social Media</vt:lpstr>
      <vt:lpstr>Thiết lập môi trường (Bước 00)</vt:lpstr>
      <vt:lpstr>Xây dựng Backend với Python FastAPI (Bước 01)</vt:lpstr>
      <vt:lpstr>Phát triển Frontend với React/Vite (Bước 02)</vt:lpstr>
      <vt:lpstr>Chuyển đổi sang Java Spring Boot (Bước 03)</vt:lpstr>
      <vt:lpstr>Chuyển đổi sang .NET Blazor (Bước 04)</vt:lpstr>
      <vt:lpstr>Containerization &amp; Triển khai (Bước 05)</vt:lpstr>
      <vt:lpstr>Tổng kết &amp; Đánh giá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Công nghệ Vibe Coding với GitHub Copilot</dc:title>
  <dc:subject/>
  <dc:creator/>
  <cp:keywords/>
  <dc:description>generated using python-pptx</dc:description>
  <cp:lastModifiedBy>khanhtrantuan12a621@gmail.com</cp:lastModifiedBy>
  <cp:revision>2</cp:revision>
  <dcterms:created xsi:type="dcterms:W3CDTF">2013-01-27T09:14:16Z</dcterms:created>
  <dcterms:modified xsi:type="dcterms:W3CDTF">2026-02-14T11:00:31Z</dcterms:modified>
  <cp:category/>
</cp:coreProperties>
</file>